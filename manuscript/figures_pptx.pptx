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Fig1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1  Conquest rates comparing network closure vs. open polities across three reclassification scenarios.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Fig2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2  Sensitivity of Fisher exact p-values for closure and conquest to reclassification.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Fig3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3  Conquest rates by closure type under the 7-country reclassification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Fig4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4  Forest plot of multivariate logistic regression odds ratios (7-country reclassification, disrupted→overtaken).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